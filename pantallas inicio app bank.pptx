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0972800" cy="19867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57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25" d="100"/>
          <a:sy n="25" d="100"/>
        </p:scale>
        <p:origin x="1596" y="-306"/>
      </p:cViewPr>
      <p:guideLst>
        <p:guide orient="horz" pos="6257"/>
        <p:guide pos="34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1475"/>
            <a:ext cx="9326880" cy="6916855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0435071"/>
            <a:ext cx="8229600" cy="4796727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316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62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4953100"/>
            <a:ext cx="9464040" cy="8264353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13295636"/>
            <a:ext cx="9464040" cy="4346028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596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5288819"/>
            <a:ext cx="4663440" cy="126057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5288819"/>
            <a:ext cx="4663440" cy="126057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7218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1057768"/>
            <a:ext cx="9464040" cy="384014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4870314"/>
            <a:ext cx="4642008" cy="2386865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7257179"/>
            <a:ext cx="4642008" cy="106742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4870314"/>
            <a:ext cx="4664869" cy="2386865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7257179"/>
            <a:ext cx="4664869" cy="106742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067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309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1324504"/>
            <a:ext cx="3539014" cy="4635765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2860565"/>
            <a:ext cx="5554980" cy="14118847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5960269"/>
            <a:ext cx="3539014" cy="110421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242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1324504"/>
            <a:ext cx="3539014" cy="4635765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2860565"/>
            <a:ext cx="5554980" cy="14118847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5960269"/>
            <a:ext cx="3539014" cy="110421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48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13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1057764"/>
            <a:ext cx="2366010" cy="1683684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1057764"/>
            <a:ext cx="6960870" cy="1683684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535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1057768"/>
            <a:ext cx="9464040" cy="3840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5288819"/>
            <a:ext cx="9464040" cy="1260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8414292"/>
            <a:ext cx="2468880" cy="105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6C16E-55C3-4807-980F-8B95729F6E4D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8414292"/>
            <a:ext cx="3703320" cy="105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8414292"/>
            <a:ext cx="2468880" cy="105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EA711-E5C4-479F-9D64-D7BDED6E6F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08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5C41C9-B3BF-4518-B11F-E6DB5DDC8775}"/>
              </a:ext>
            </a:extLst>
          </p:cNvPr>
          <p:cNvCxnSpPr>
            <a:cxnSpLocks/>
          </p:cNvCxnSpPr>
          <p:nvPr/>
        </p:nvCxnSpPr>
        <p:spPr>
          <a:xfrm>
            <a:off x="1574800" y="10014857"/>
            <a:ext cx="75438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4FFAF4-A450-4984-B0C8-BDA7FFF24B82}"/>
              </a:ext>
            </a:extLst>
          </p:cNvPr>
          <p:cNvSpPr/>
          <p:nvPr/>
        </p:nvSpPr>
        <p:spPr>
          <a:xfrm>
            <a:off x="288470" y="10554607"/>
            <a:ext cx="4490008" cy="1096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INICIAR SESIÓN </a:t>
            </a:r>
            <a:endParaRPr lang="es-CO" sz="280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B75F0F7-174E-4E9E-A052-479BE729ABA0}"/>
              </a:ext>
            </a:extLst>
          </p:cNvPr>
          <p:cNvSpPr/>
          <p:nvPr/>
        </p:nvSpPr>
        <p:spPr>
          <a:xfrm>
            <a:off x="5346700" y="10554607"/>
            <a:ext cx="4490008" cy="1096615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REGISTRAR UNA NUEVA CUENTA</a:t>
            </a:r>
            <a:endParaRPr lang="es-CO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54B065-FF3B-49D2-8BA8-8199B7191393}"/>
              </a:ext>
            </a:extLst>
          </p:cNvPr>
          <p:cNvSpPr txBox="1"/>
          <p:nvPr/>
        </p:nvSpPr>
        <p:spPr>
          <a:xfrm>
            <a:off x="3458402" y="6795842"/>
            <a:ext cx="4953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ESTEBAN970</a:t>
            </a:r>
          </a:p>
          <a:p>
            <a:r>
              <a:rPr lang="es-MX" sz="4400" dirty="0"/>
              <a:t>BANK´S</a:t>
            </a: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381574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906831C-C8B7-42A4-9620-1A35D91EEDC0}"/>
              </a:ext>
            </a:extLst>
          </p:cNvPr>
          <p:cNvSpPr/>
          <p:nvPr/>
        </p:nvSpPr>
        <p:spPr>
          <a:xfrm>
            <a:off x="2435499" y="11108619"/>
            <a:ext cx="6101802" cy="13119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Registarse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CO" sz="2800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A5709CC-DA7E-4E62-A513-58C4A861FF27}"/>
              </a:ext>
            </a:extLst>
          </p:cNvPr>
          <p:cNvCxnSpPr/>
          <p:nvPr/>
        </p:nvCxnSpPr>
        <p:spPr>
          <a:xfrm>
            <a:off x="3314700" y="4399642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3F2063D-54EB-4FD7-88B0-091C7BB3269E}"/>
              </a:ext>
            </a:extLst>
          </p:cNvPr>
          <p:cNvSpPr txBox="1"/>
          <p:nvPr/>
        </p:nvSpPr>
        <p:spPr>
          <a:xfrm>
            <a:off x="1038009" y="3691756"/>
            <a:ext cx="1810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Usuario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C600F28-7C94-4BB1-B6AA-904D650BEE49}"/>
              </a:ext>
            </a:extLst>
          </p:cNvPr>
          <p:cNvSpPr txBox="1"/>
          <p:nvPr/>
        </p:nvSpPr>
        <p:spPr>
          <a:xfrm>
            <a:off x="1038009" y="4867469"/>
            <a:ext cx="1737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Correo 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EE1EA6F-4882-4C88-9906-6C064E623364}"/>
              </a:ext>
            </a:extLst>
          </p:cNvPr>
          <p:cNvSpPr txBox="1"/>
          <p:nvPr/>
        </p:nvSpPr>
        <p:spPr>
          <a:xfrm>
            <a:off x="1395030" y="6224912"/>
            <a:ext cx="726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F7F883-7378-4D0B-9063-FFA091CA035E}"/>
              </a:ext>
            </a:extLst>
          </p:cNvPr>
          <p:cNvSpPr txBox="1"/>
          <p:nvPr/>
        </p:nvSpPr>
        <p:spPr>
          <a:xfrm>
            <a:off x="740804" y="8402674"/>
            <a:ext cx="16946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Celular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85D5C0-6A96-454B-9F1C-27D7F9D62C86}"/>
              </a:ext>
            </a:extLst>
          </p:cNvPr>
          <p:cNvSpPr txBox="1"/>
          <p:nvPr/>
        </p:nvSpPr>
        <p:spPr>
          <a:xfrm>
            <a:off x="511775" y="7399174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Contraseña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04B2A4D-6BCB-4D92-B7C9-E4D55331527C}"/>
              </a:ext>
            </a:extLst>
          </p:cNvPr>
          <p:cNvCxnSpPr/>
          <p:nvPr/>
        </p:nvCxnSpPr>
        <p:spPr>
          <a:xfrm>
            <a:off x="3314700" y="5479197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82D021E-65A1-4F9D-BA6F-B286C47816A3}"/>
              </a:ext>
            </a:extLst>
          </p:cNvPr>
          <p:cNvCxnSpPr/>
          <p:nvPr/>
        </p:nvCxnSpPr>
        <p:spPr>
          <a:xfrm>
            <a:off x="3314700" y="6932798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D01A445-7B76-40DF-AF0E-081B8AC25F85}"/>
              </a:ext>
            </a:extLst>
          </p:cNvPr>
          <p:cNvCxnSpPr/>
          <p:nvPr/>
        </p:nvCxnSpPr>
        <p:spPr>
          <a:xfrm>
            <a:off x="3314700" y="810706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2E2F3A0-2BA9-407C-B1AF-8F18218E23CE}"/>
              </a:ext>
            </a:extLst>
          </p:cNvPr>
          <p:cNvCxnSpPr/>
          <p:nvPr/>
        </p:nvCxnSpPr>
        <p:spPr>
          <a:xfrm>
            <a:off x="3314700" y="911056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0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526AE40-5960-467D-B6F4-F17E56AFA928}"/>
              </a:ext>
            </a:extLst>
          </p:cNvPr>
          <p:cNvSpPr/>
          <p:nvPr/>
        </p:nvSpPr>
        <p:spPr>
          <a:xfrm>
            <a:off x="2927898" y="11489619"/>
            <a:ext cx="4490008" cy="109661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/>
              <a:t>INICIAR SESIÓN </a:t>
            </a:r>
            <a:endParaRPr lang="es-CO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869EE0-7F85-4F99-B015-14D8BE94BA3C}"/>
              </a:ext>
            </a:extLst>
          </p:cNvPr>
          <p:cNvSpPr txBox="1"/>
          <p:nvPr/>
        </p:nvSpPr>
        <p:spPr>
          <a:xfrm>
            <a:off x="1191525" y="7844656"/>
            <a:ext cx="1736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usuario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149E6A-FEDA-4D91-99E2-E6F2BCC57774}"/>
              </a:ext>
            </a:extLst>
          </p:cNvPr>
          <p:cNvSpPr txBox="1"/>
          <p:nvPr/>
        </p:nvSpPr>
        <p:spPr>
          <a:xfrm>
            <a:off x="526565" y="9579838"/>
            <a:ext cx="2549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Contraseña</a:t>
            </a:r>
            <a:endParaRPr lang="es-CO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E3CDD88-B473-4756-8BC7-D0E9A3445A7A}"/>
              </a:ext>
            </a:extLst>
          </p:cNvPr>
          <p:cNvCxnSpPr/>
          <p:nvPr/>
        </p:nvCxnSpPr>
        <p:spPr>
          <a:xfrm>
            <a:off x="3619500" y="8552542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3DD58C5-D710-4D7A-B5C3-A6BF953C6058}"/>
              </a:ext>
            </a:extLst>
          </p:cNvPr>
          <p:cNvCxnSpPr/>
          <p:nvPr/>
        </p:nvCxnSpPr>
        <p:spPr>
          <a:xfrm>
            <a:off x="3619500" y="9933781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4C55FD4-1053-4224-A1B6-5B15713E7E35}"/>
              </a:ext>
            </a:extLst>
          </p:cNvPr>
          <p:cNvSpPr txBox="1"/>
          <p:nvPr/>
        </p:nvSpPr>
        <p:spPr>
          <a:xfrm>
            <a:off x="2696402" y="4243142"/>
            <a:ext cx="4953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ESTEBAN970</a:t>
            </a:r>
          </a:p>
          <a:p>
            <a:r>
              <a:rPr lang="es-MX" sz="4400" dirty="0"/>
              <a:t>BANK´S</a:t>
            </a: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1030282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379</TotalTime>
  <Words>24</Words>
  <Application>Microsoft Office PowerPoint</Application>
  <PresentationFormat>Personalizado</PresentationFormat>
  <Paragraphs>16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Esteban Velasco</dc:creator>
  <cp:lastModifiedBy>Esteban Velasco</cp:lastModifiedBy>
  <cp:revision>13</cp:revision>
  <dcterms:created xsi:type="dcterms:W3CDTF">2026-09-12T21:26:01Z</dcterms:created>
  <dcterms:modified xsi:type="dcterms:W3CDTF">2026-09-17T00:31:51Z</dcterms:modified>
</cp:coreProperties>
</file>